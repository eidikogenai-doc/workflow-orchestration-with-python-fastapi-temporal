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607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Workflow Orchestration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10540" y="28727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Resilient Distributed Systems with Python SDK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</a:rPr>
              <a:t>Transaction Orchestration | Failure Handling | Scaling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Temporal?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 Execution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long-running, distributed workflows across machines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handles failures, retries, and state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Language-agnostic: Java, Python, Go, TypeScript, .NET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Workflow logic is deterministic &amp; resumable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Activities can fail and retry independently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Compensation (saga pattern) for rollbacks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Horizontal scaling of workers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10972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Single unit of work (DB call, API, email, Send SMS Alert..</a:t>
            </a:r>
            <a:r>
              <a:rPr lang="en-US" sz="1400" dirty="0" err="1">
                <a:solidFill>
                  <a:srgbClr val="1A1A1A"/>
                </a:solidFill>
              </a:rPr>
              <a:t>etc</a:t>
            </a:r>
            <a:r>
              <a:rPr lang="en-US" sz="1400" dirty="0">
                <a:solidFill>
                  <a:srgbClr val="1A1A1A"/>
                </a:solidFill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15087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Orchestrator - decides order &amp; handles failures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19202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Running process that executes activities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03120" y="23317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Triggers workflow execution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Workflow -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463040" cy="73152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Debit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645920"/>
            <a:ext cx="274320" cy="18288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1371600"/>
            <a:ext cx="1463040" cy="73152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Credit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274320" cy="18288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371600"/>
            <a:ext cx="1463040" cy="73152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Notification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74320" cy="18288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1371600"/>
            <a:ext cx="1463040" cy="73152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Ledger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Workflow Logic: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Debit &amp; Credit: No retry (fail immediately if needed)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If Credit fails → Execute reverse_debit() (compensation)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Notification &amp; Ledger: Retry 5 times on failure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Run notification + ledger in parallel for efficiency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- The Real 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Activities?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retryable units of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call databases, APIs, send emails, etc.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Decorated with @activity.defn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@activity.defn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debit_source(payload: dict) -&gt; str: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db.execute("UPDATE accounts SET balance...")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"DEBIT_SUCCESS"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fail and retry automatically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'memory' - each execution is independent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- The Orchestrator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Workflows?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sequence of activities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logic: if/else, loops, compensation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Durable: survives crashes via event replay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Deterministic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numbers, no datetime.now() calls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replays history on restart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- The Executor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Worker?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long-running process on your VM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the Temporal Server for tasks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workflows and activities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workers can poll the same task queue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auto-balances work across workers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scaling: add more workers = handle more throughput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- Trigger Execution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Starter?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workflow execution via API/cron/event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wait for result or fire-and-forget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ID provides idempotency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client.execute_workflow(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TransactionWorkflow.run, payload, id="txn-001")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 - What Happens?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1. Starter calls Temporal Server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2. Temporal persists to PostgreSQL DB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3. WorkflowTask placed on queue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4. Worker picks up &amp; executes workflow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5. Workflow schedules ActivityTask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6. Worker (same or different) executes activity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7. Activity result saved → workflow resumes (via replay)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8. All activities complete → Workflow returns result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 - Compensation (Saga)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Credit fails mid-transaction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was successful → Account debited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failed → Target not credited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undo (compensate)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Execute reverse_debit()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E8F7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credit_target()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except: reverse_debit()  # Undo debit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pattern: action + compensation pair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Policy - Resilience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Activities: No Retry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E8F7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RetryPolicy(maximum_attempts=1)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Debit &amp; Credit fail immediately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Activities: Retry 5x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E8F7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RetryPolicy(maximum_attempts=5)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Notification &amp; Ledger retry automatically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Behavior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(default: 2s, 4s, 8s, ...)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failures, activity fails &amp; workflow continues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Workers &amp; Scaling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Question: Can one worker execute all tasks?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</a:rPr>
              <a:t>Answer: One workflow stays with ONE worker, but activities are distributed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Same Task Queue (Load Balanced):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Worker-1 executes WorkflowTask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Worker-2 executes debit_source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Worker-3 executes credit_target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Worker-1 executes send_notification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Multiple Task Queues (Isolation):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workflow-queue: 1 worker (orchestration)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activity-queue: 5+ workers (activities)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C39A"/>
                </a:solidFill>
              </a:rPr>
              <a:t>Benefit: Scale activities independently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- Safe Deployments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Add activity mid-execution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 running → You add new activity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restart: NonDeterministicWorkflowError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workflow.patched()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workflow.patched("add-fraud-check"):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execute_activity(validate_fraud, ...)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instances: patched() = False → skip fraud check 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instances: patched() = True → execute fraud check ✓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Instances &amp; Web UI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Temporal Web UI: http://localhost:8233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Running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Workflow executing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576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Completed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Workflow finished successfully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65760" cy="274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Failed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Workflow or activity failed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65760" cy="2743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Timed 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Activity exceeded timeout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</a:rPr>
              <a:t>View per workflow: Status → Timeline → Event History → Input/Output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- Current Status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Version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3639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Python SDK: v1.18.1+ (Dec 2025)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Python Versions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042160"/>
            <a:ext cx="8229600" cy="365760"/>
          </a:xfrm>
          <a:prstGeom prst="rect">
            <a:avLst/>
          </a:prstGeom>
          <a:solidFill>
            <a:srgbClr val="E8F7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183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or higher (3.9 support removed)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374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842260"/>
            <a:ext cx="82296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41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temporalio&gt;=1.18.1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213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Features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810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Versioning (GA) - production ready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Heartbeating - automatic health monitoring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5186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task cancellation - inter-workflow communication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- NeoPay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E8F7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Temporal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PostgreSQL + gRPC (port 7233)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E8F7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Orchestration Workers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1-2 instances (workflow logic)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E8F7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Activity Workers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5-10 instances per task queue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Namespaces: neopay-uat | neopay-prod | stanbic-uat | dashenbank-uat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- Where Temporal Shines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Payment orchestration (debit → credit → reconciliation)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Order fulfillment (validate → reserve → ship → confirm)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Account provisioning (create → send credentials → notify)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migration (extract → transform → load with retries)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Sub-millisecond latency requirements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Simple CRUD operations (use REST API instead)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workflow logic simple &amp; deterministic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Activities should be idempotent (safe to retry)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patched() for version safety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orchestration &amp; activity workers (task queues)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worker health via heartbeating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namespaces for isolation per client/environment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appropriate timeouts for each activity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Temporal Docs: docs.temporal.io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Python SDK: python.temporal.io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1070</Words>
  <Application>Microsoft Office PowerPoint</Application>
  <PresentationFormat>On-screen Show (16:9)</PresentationFormat>
  <Paragraphs>198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Tirapa Reddy Tondapu</cp:lastModifiedBy>
  <cp:revision>6</cp:revision>
  <dcterms:created xsi:type="dcterms:W3CDTF">2026-05-06T00:13:24Z</dcterms:created>
  <dcterms:modified xsi:type="dcterms:W3CDTF">2026-05-06T05:54:14Z</dcterms:modified>
</cp:coreProperties>
</file>